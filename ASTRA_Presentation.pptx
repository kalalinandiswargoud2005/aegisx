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Welcome everyone. Today we are presenting ASTRA, an AI-powered cyber defense hardware appliance designed for enterprise threat detection and response. This device represents the convergence of dedicated security hardware and advanced intelligence. Our motto is Detect, Analyze,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problem today is that while organizations have multiple security tools, this often leads to fragmented visibility. When a threat like ransomware enters, the disconnected systems delay the response. We need a unified approach to reduce the time from detection to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Our solution is ASTRA. It combines hardware, software, and AI into one portable appliance. Instead of relying purely on cloud software, ASTRA sits on the network edge providing real-time telemetry, threat intelligence, and automated incident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Looking under the hood, ASTRA is built around a Raspberry Pi 4 with 4GB of RAM, housed in a custom 3D-printed enclosure. It features a 7-inch interactive touchscreen, active dual-fan cooling for continuous operation, and GPIO interfaces for physical security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physical design emphasizes continuous, reliable operation. The custom enclosure ensures optimal thermals while keeping all critical ports accessible. The touchscreen allows immediate, on-device triage without needing a separate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On the software side, we use a modern tech stack: a React frontend for the dashboard, powered by a Spring Boot backend. Real-time telemetry streams over WebSockets, passing through our security services, and is eventually analyzed by our AI integration for threat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ASTRA operates on a continuous pipeline. It monitors the endpoints, collects telemetry, analyzes the data, and upon detecting a threat, uses AI to triage the severity. It then alerts the admins and suggests or executes response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The AI layer, powered by Gemini, transforms raw security events into actionable intelligence. When a threat occurs, the AI analyzes the payload, classifies it, assigns a confidence score, and provides a human-readable recommendation for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This is the ASTRA Command Center. It provides real-time visibility into the network. You can see active incidents, endpoint health, and detailed telemetry all in one sleek, dark-themed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ASTRA's power comes from the tight integration of hardware and software. The physical appliance acts as the edge command center, while the software provides the intelligence, connected seamlessly through high-speed data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When a threat is detected, ASTRA instantly transitions the UI to alert mode, isolating the threat context and notifying the security team with the exact severity and recommended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What sets ASTRA apart is its dedicated physical presence, AI-assisted analysis, and focus on endpoint visibility without relying purely on heavy enterprise cloud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I want to recognize our incredible team. From hardware engineering to AI integration and frontend development, each member brought unique expertise to make ASTRA a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Looking ahead, ASTRA will evolve with Edge AI and deeper IoT security integration. Ultimately, ASTRA brings intelligence, visibility, and response into one unified appliance. Thank you for your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8000" b="1">
                <a:solidFill>
                  <a:srgbClr val="00E5A0"/>
                </a:solidFill>
                <a:latin typeface="Inter"/>
              </a:defRPr>
            </a:pPr>
            <a:r>
              <a:t>ASTRA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F5F5F5"/>
                </a:solidFill>
                <a:latin typeface="Inter"/>
              </a:defRPr>
            </a:pPr>
            <a:r>
              <a:t>AI-Powered Cyber Defense Hardware Appliance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F5F5F5"/>
                </a:solidFill>
                <a:latin typeface="Inter"/>
              </a:defRPr>
            </a:pPr>
            <a:r>
              <a:t>Enterprise Threat Detection &amp;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E5A0"/>
                </a:solidFill>
              </a:defRPr>
            </a:pPr>
          </a:p>
          <a:p>
            <a:pPr algn="ctr">
              <a:defRPr sz="2000">
                <a:solidFill>
                  <a:srgbClr val="F5F5F5"/>
                </a:solidFill>
                <a:latin typeface="Inter"/>
              </a:defRPr>
            </a:pPr>
            <a:r>
              <a:t>Detect. Analyze. Respond.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  <a:r>
              <a:t>Modern organizations face increasing cyber threats including malware, unauthorized access, abnormal network behavior, ransomware, and endpoint attacks.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3B30"/>
                </a:solidFill>
              </a:defRPr>
            </a:pPr>
          </a:p>
          <a:p>
            <a:pPr algn="ctr">
              <a:defRPr sz="2400">
                <a:solidFill>
                  <a:srgbClr val="F5F5F5"/>
                </a:solidFill>
                <a:latin typeface="Inter"/>
              </a:defRPr>
            </a:pPr>
            <a:r>
              <a:t>Threats  ➔  Multiple Security Tools  ➔  Fragmented Visibility  ➔  Delayed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Introducing ASTRA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  <a:r>
              <a:t>ASTRA combines dedicated cybersecurity hardware, real-time monitoring, endpoint security, threat intelligence, and AI-assisted analysis into a single portable cyber defense appliance.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200400"/>
            <a:ext cx="4572000" cy="2286000"/>
          </a:xfrm>
          <a:prstGeom prst="roundRect">
            <a:avLst/>
          </a:prstGeom>
          <a:solidFill>
            <a:srgbClr val="050505"/>
          </a:solidFill>
          <a:ln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[ 3D ASTRA Device Placeholder ]</a:t>
            </a:r>
          </a:p>
          <a:p>
            <a:r>
              <a:t>- Threat Detection</a:t>
            </a:r>
          </a:p>
          <a:p>
            <a:r>
              <a:t>- Endpoint Monitoring</a:t>
            </a:r>
          </a:p>
          <a:p>
            <a:r>
              <a:t>- AI Analysis</a:t>
            </a:r>
          </a:p>
          <a:p>
            <a:r>
              <a:t>- Security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Inside ASTRA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0A0A0A"/>
          </a:solidFill>
          <a:ln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 Exploded 3D View Placeholder ]</a:t>
            </a:r>
          </a:p>
          <a:p>
            <a:r>
              <a:t>1. 7-inch touchscreen</a:t>
            </a:r>
          </a:p>
          <a:p>
            <a:r>
              <a:t>2. Raspberry Pi 4 - 4GB</a:t>
            </a:r>
          </a:p>
          <a:p>
            <a:r>
              <a:t>3. Active cooling system &amp; Fans</a:t>
            </a:r>
          </a:p>
          <a:p>
            <a:r>
              <a:t>4. Custom 3D-printed enclosure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Engineered for Continuous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7-inch interactive touchscreen interface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Custom 3D-printed black enclosure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Active ventilation and cooling system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Accessible network and USB interfaces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External control buttons &amp; foldable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ASTRA 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E5A0"/>
                </a:solidFill>
              </a:defRPr>
            </a:pPr>
          </a:p>
          <a:p>
            <a:pPr algn="ctr">
              <a:defRPr sz="1800">
                <a:solidFill>
                  <a:srgbClr val="F5F5F5"/>
                </a:solidFill>
                <a:latin typeface="Inter"/>
              </a:defRPr>
            </a:pPr>
            <a:r>
              <a:t>USER</a:t>
            </a:r>
            <a:br/>
            <a:r>
              <a:t>↓</a:t>
            </a:r>
            <a:br/>
            <a:r>
              <a:t>REACT + TYPESCRIPT DASHBOARD</a:t>
            </a:r>
            <a:br/>
            <a:r>
              <a:t>↓</a:t>
            </a:r>
            <a:br/>
            <a:r>
              <a:t>SPRING BOOT BACKEND</a:t>
            </a:r>
            <a:br/>
            <a:r>
              <a:t>↓</a:t>
            </a:r>
            <a:br/>
            <a:r>
              <a:t>WEBSOCKET / REST APIs</a:t>
            </a:r>
            <a:br/>
            <a:r>
              <a:t>↓</a:t>
            </a:r>
            <a:br/>
            <a:r>
              <a:t>SECURITY SERVICES</a:t>
            </a:r>
            <a:br/>
            <a:r>
              <a:t>↓</a:t>
            </a:r>
            <a:br/>
            <a:r>
              <a:t>DATABASE</a:t>
            </a:r>
            <a:br/>
            <a:r>
              <a:t>↓</a:t>
            </a:r>
            <a:br/>
            <a:r>
              <a:t>AI THREAT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From Detection to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>
                <a:solidFill>
                  <a:srgbClr val="F5F5F5"/>
                </a:solidFill>
                <a:latin typeface="Inter"/>
              </a:defRPr>
            </a:pPr>
            <a:r>
              <a:t>MONITOR ➔ COLLECT TELEMETRY ➔ ANALYZE ➔ DETECT THREAT ➔ AI TRIAGE ➔ ALERT ➔ RESPOND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AI-Assisted Security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>
                <a:solidFill>
                  <a:srgbClr val="F5F5F5"/>
                </a:solidFill>
                <a:latin typeface="Inter"/>
              </a:defRPr>
            </a:pPr>
            <a:r>
              <a:t>Raw Security Events  ➔  AI Analysis  ➔  Threat Classification  ➔  Incident Summary  ➔  Response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3200400"/>
          </a:xfrm>
          <a:prstGeom prst="roundRect">
            <a:avLst/>
          </a:prstGeom>
          <a:solidFill>
            <a:srgbClr val="191919"/>
          </a:solidFill>
          <a:ln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3B30"/>
                </a:solidFill>
              </a:defRPr>
            </a:pPr>
            <a:r>
              <a:t>AI Threat Alert (Gemini Integration)</a:t>
            </a:r>
          </a:p>
          <a:p/>
          <a:p>
            <a:r>
              <a:t>Threat: Suspicious Process Activity</a:t>
            </a:r>
          </a:p>
          <a:p>
            <a:r>
              <a:t>Severity: HIGH</a:t>
            </a:r>
          </a:p>
          <a:p>
            <a:r>
              <a:t>Confidence: 91%</a:t>
            </a:r>
          </a:p>
          <a:p>
            <a:r>
              <a:t>Recommendation: Investigate and isolate affected endpoint.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The ASTRA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  <a:r>
              <a:t>[ Insert Application Screenshots Here ]</a:t>
            </a:r>
            <a:br/>
            <a:r>
              <a:t>Provides real-time visibility into active incidents, system health, and threat levels.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One Appliance. One Security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  <a:r>
              <a:t>Hardware:</a:t>
            </a:r>
            <a:br/>
            <a:r>
              <a:t>- Raspberry Pi</a:t>
            </a:r>
            <a:br/>
            <a:r>
              <a:t>- Touchscreen</a:t>
            </a:r>
            <a:br/>
            <a:r>
              <a:t>- Cooling System</a:t>
            </a:r>
            <a:br/>
            <a:r>
              <a:t>- Audio Alerts</a:t>
            </a:r>
            <a:br/>
            <a:r>
              <a:t>- Network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  <a:r>
              <a:t>Software:</a:t>
            </a:r>
            <a:br/>
            <a:r>
              <a:t>- Threat Detection</a:t>
            </a:r>
            <a:br/>
            <a:r>
              <a:t>- AI Analysis</a:t>
            </a:r>
            <a:br/>
            <a:r>
              <a:t>- Security Dashboard</a:t>
            </a:r>
            <a:br/>
            <a:r>
              <a:t>- Incident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2004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E5A0"/>
                </a:solidFill>
              </a:defRPr>
            </a:pPr>
          </a:p>
          <a:p>
            <a:pPr algn="ctr">
              <a:defRPr sz="2000">
                <a:solidFill>
                  <a:srgbClr val="F5F5F5"/>
                </a:solidFill>
                <a:latin typeface="Inter"/>
              </a:defRPr>
            </a:pPr>
            <a:r>
              <a:t>➔ Data Streams 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When a Threat Appears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  <a:r>
              <a:t>1. Normal Network</a:t>
            </a:r>
            <a:br/>
            <a:r>
              <a:t>2. Suspicious Activity Detected</a:t>
            </a:r>
            <a:br/>
            <a:r>
              <a:t>3. Threat Classification</a:t>
            </a:r>
            <a:br/>
            <a:r>
              <a:t>4. ASTRA Alert</a:t>
            </a:r>
            <a:br/>
            <a:r>
              <a:t>5. Security Team Notification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What Makes ASTRA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Dedicated Cybersecurity Hardware at the Edge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Real-Time Threat Monitoring &amp; Endpoint Visibility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AI-Assisted Threat Analysis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USB &amp; Hardware Security with Audio/Visual Alerts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Portable Architecture with Custom Enclosure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600" b="1">
                <a:solidFill>
                  <a:srgbClr val="00E5A0"/>
                </a:solidFill>
                <a:latin typeface="Inter"/>
              </a:defRPr>
            </a:pPr>
            <a:r>
              <a:t>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>
                <a:solidFill>
                  <a:srgbClr val="F5F5F5"/>
                </a:solidFill>
                <a:latin typeface="Inter"/>
              </a:defRPr>
            </a:pPr>
            <a:r>
              <a:t>K. Nandiswar (Team Lead) - Backend &amp; System Architecture</a:t>
            </a:r>
            <a:br/>
            <a:r>
              <a:t>    A. Rakesh - Hardware &amp; Embedded Systems</a:t>
            </a:r>
            <a:br/>
            <a:r>
              <a:t>    B. Bhavana - Frontend Development</a:t>
            </a:r>
            <a:br/>
            <a:r>
              <a:t>    B. Sathvika - AI &amp; Threat Intelligence</a:t>
            </a:r>
            <a:br/>
            <a:r>
              <a:t>    B. Navya - Cybersecurity / EDR</a:t>
            </a:r>
            <a:br/>
            <a:r>
              <a:t>    Ch. HariKrishna - Hardware Enclosure &amp; Integration</a:t>
            </a:r>
            <a:br/>
            <a:r>
              <a:t>    D. Koushik - Testing &amp; Documentation</a:t>
            </a:r>
            <a:br/>
            <a:r>
              <a:t>    G. Vaishnav Kumar - Backend Development</a:t>
            </a:r>
            <a:br/>
            <a:r>
              <a:t>    G. Nishma - Frontend Development</a:t>
            </a:r>
            <a:br/>
            <a:r>
              <a:t>    K. Jyothi - AI &amp; Threat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00E5A0"/>
                </a:solidFill>
                <a:latin typeface="Inter"/>
              </a:defRPr>
            </a:pPr>
            <a:r>
              <a:t>The Future of ASTRA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>
                <a:solidFill>
                  <a:srgbClr val="F5F5F5"/>
                </a:solidFill>
                <a:latin typeface="Inter"/>
              </a:defRPr>
            </a:pP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Advanced IDS Integration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Edge AI &amp; IoT Security</a:t>
            </a:r>
          </a:p>
          <a:p>
            <a:pPr>
              <a:defRPr sz="1800">
                <a:solidFill>
                  <a:srgbClr val="F5F5F5"/>
                </a:solidFill>
                <a:latin typeface="Inter"/>
              </a:defRPr>
            </a:pPr>
            <a:r>
              <a:t>Automated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i="1"/>
            </a:pPr>
          </a:p>
          <a:p>
            <a:pPr algn="ctr">
              <a:defRPr sz="2400">
                <a:solidFill>
                  <a:srgbClr val="F5F5F5"/>
                </a:solidFill>
                <a:latin typeface="Inter"/>
              </a:defRPr>
            </a:pPr>
            <a:r>
              <a:t>“ASTRA brings intelligence, visibility and response together in one cyber defense appliance.”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00E5A0"/>
                </a:solidFill>
              </a:defRPr>
            </a:pPr>
          </a:p>
          <a:p>
            <a:pPr algn="ctr">
              <a:defRPr sz="2800">
                <a:solidFill>
                  <a:srgbClr val="F5F5F5"/>
                </a:solidFill>
                <a:latin typeface="Inter"/>
              </a:defRPr>
            </a:pPr>
            <a:r>
              <a:t>ASTRA</a:t>
            </a:r>
            <a:br/>
            <a:r>
              <a:t>Detect. Analyze. Respond.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